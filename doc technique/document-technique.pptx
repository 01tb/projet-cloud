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5A931-4CBA-0C47-75BA-BBF228B19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8800" dirty="0"/>
              <a:t>Projet CLOUD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6530E2-99FE-18A7-595C-7B53611CF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DOCUMENT TECHNIQUE</a:t>
            </a:r>
          </a:p>
        </p:txBody>
      </p:sp>
    </p:spTree>
    <p:extLst>
      <p:ext uri="{BB962C8B-B14F-4D97-AF65-F5344CB8AC3E}">
        <p14:creationId xmlns:p14="http://schemas.microsoft.com/office/powerpoint/2010/main" val="32451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CCF49-3242-A669-C51D-C485AABF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8377"/>
          </a:xfrm>
        </p:spPr>
        <p:txBody>
          <a:bodyPr/>
          <a:lstStyle/>
          <a:p>
            <a:r>
              <a:rPr lang="fr-FR" dirty="0"/>
              <a:t>Membres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E19F0B-7F33-93FE-1BD1-0B1B32701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3880773"/>
          </a:xfrm>
        </p:spPr>
        <p:txBody>
          <a:bodyPr/>
          <a:lstStyle/>
          <a:p>
            <a:r>
              <a:rPr lang="fr-FR" dirty="0"/>
              <a:t>ETU003097 – ANDRIANIAINA </a:t>
            </a:r>
            <a:r>
              <a:rPr lang="fr-FR" dirty="0" err="1"/>
              <a:t>Diay</a:t>
            </a:r>
            <a:r>
              <a:rPr lang="fr-FR" dirty="0"/>
              <a:t> Nathan</a:t>
            </a:r>
          </a:p>
          <a:p>
            <a:r>
              <a:rPr lang="fr-FR" dirty="0"/>
              <a:t>ETU003117 – KOTONIRINA Hardy </a:t>
            </a:r>
            <a:r>
              <a:rPr lang="fr-FR" dirty="0" err="1"/>
              <a:t>Fleurys</a:t>
            </a:r>
            <a:endParaRPr lang="fr-FR" dirty="0"/>
          </a:p>
          <a:p>
            <a:r>
              <a:rPr lang="fr-FR" dirty="0"/>
              <a:t>ETU003150 – RAKOTOBE </a:t>
            </a:r>
            <a:r>
              <a:rPr lang="fr-FR" dirty="0" err="1"/>
              <a:t>Tojonirina</a:t>
            </a:r>
            <a:r>
              <a:rPr lang="fr-FR" dirty="0"/>
              <a:t> </a:t>
            </a:r>
            <a:r>
              <a:rPr lang="fr-FR" dirty="0" err="1"/>
              <a:t>Ravanona</a:t>
            </a:r>
            <a:endParaRPr lang="fr-FR" dirty="0"/>
          </a:p>
          <a:p>
            <a:r>
              <a:rPr lang="fr-FR" dirty="0"/>
              <a:t>ETU003166 – RAMANANKIRAHINA Tsitohaina Berthin</a:t>
            </a:r>
          </a:p>
        </p:txBody>
      </p:sp>
    </p:spTree>
    <p:extLst>
      <p:ext uri="{BB962C8B-B14F-4D97-AF65-F5344CB8AC3E}">
        <p14:creationId xmlns:p14="http://schemas.microsoft.com/office/powerpoint/2010/main" val="18607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9286AE-AEEE-235D-C068-1BB07F45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49" y="187569"/>
            <a:ext cx="8596668" cy="1320800"/>
          </a:xfrm>
        </p:spPr>
        <p:txBody>
          <a:bodyPr/>
          <a:lstStyle/>
          <a:p>
            <a:r>
              <a:rPr lang="fr-FR" dirty="0"/>
              <a:t>MLD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9CAAC4-BBC2-B590-9CC9-5A4259243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4" y="1009939"/>
            <a:ext cx="9249180" cy="566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22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64E51-F4C1-95EC-0C17-DB8376FC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80" y="231530"/>
            <a:ext cx="8596668" cy="1320800"/>
          </a:xfrm>
        </p:spPr>
        <p:txBody>
          <a:bodyPr>
            <a:normAutofit/>
          </a:bodyPr>
          <a:lstStyle/>
          <a:p>
            <a:r>
              <a:rPr lang="fr-FR" sz="6600" dirty="0"/>
              <a:t>MCD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60FAB5C-81A8-E303-25A4-85EB85B6E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785" y="1413221"/>
            <a:ext cx="8509014" cy="5084293"/>
          </a:xfrm>
        </p:spPr>
      </p:pic>
    </p:spTree>
    <p:extLst>
      <p:ext uri="{BB962C8B-B14F-4D97-AF65-F5344CB8AC3E}">
        <p14:creationId xmlns:p14="http://schemas.microsoft.com/office/powerpoint/2010/main" val="421150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74A92-9880-E901-78B1-1C54ED3D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Scénario : Mobile – Visiteur sans compte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FE0B20-ED58-5B2D-9155-26EA36794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619" y="1527543"/>
            <a:ext cx="8596668" cy="468311"/>
          </a:xfrm>
        </p:spPr>
        <p:txBody>
          <a:bodyPr/>
          <a:lstStyle/>
          <a:p>
            <a:r>
              <a:rPr lang="fr-FR" dirty="0"/>
              <a:t>Se connecter en tant que visiteur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EBBBA5-B425-BF88-D99F-D242C9B0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31" y="2189285"/>
            <a:ext cx="7556019" cy="373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6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40401-6CFD-BC3B-2463-FE606ACD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426" y="310662"/>
            <a:ext cx="8596668" cy="797169"/>
          </a:xfrm>
        </p:spPr>
        <p:txBody>
          <a:bodyPr/>
          <a:lstStyle/>
          <a:p>
            <a:r>
              <a:rPr lang="fr-FR" dirty="0"/>
              <a:t>Scénario : Mobile – Visiteur sans compte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6C891-9541-2C0D-B3E8-9D004344B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06" y="1211378"/>
            <a:ext cx="8596668" cy="1268411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 visiteur peut voir la carte avec les différents points représentants les problèmes routiers</a:t>
            </a:r>
          </a:p>
          <a:p>
            <a:r>
              <a:rPr lang="fr-FR" dirty="0"/>
              <a:t>En cliquant sur un signalement, il peut voir les différents détails de ce problème routier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0F963F-E565-62A9-6C76-3DBFF84EC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98" y="2404559"/>
            <a:ext cx="8435461" cy="414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053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146</TotalTime>
  <Words>77</Words>
  <Application>Microsoft Office PowerPoint</Application>
  <PresentationFormat>Grand écran</PresentationFormat>
  <Paragraphs>14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Facette</vt:lpstr>
      <vt:lpstr>Projet CLOUD</vt:lpstr>
      <vt:lpstr>Membres</vt:lpstr>
      <vt:lpstr>MLD</vt:lpstr>
      <vt:lpstr>MCD</vt:lpstr>
      <vt:lpstr>Scénario : Mobile – Visiteur sans compte</vt:lpstr>
      <vt:lpstr>Scénario : Mobile – Visiteur sans compte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Tsitohaina Berthin Ramanankirahina</dc:creator>
  <cp:lastModifiedBy>Tsitohaina Berthin Ramanankirahina</cp:lastModifiedBy>
  <cp:revision>11</cp:revision>
  <dcterms:created xsi:type="dcterms:W3CDTF">2026-01-20T06:49:52Z</dcterms:created>
  <dcterms:modified xsi:type="dcterms:W3CDTF">2026-01-20T09:57:50Z</dcterms:modified>
</cp:coreProperties>
</file>