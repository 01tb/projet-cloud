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58" r:id="rId4"/>
    <p:sldId id="257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51" r:id="rId3"/>
    <p:sldLayoutId id="2147483666" r:id="rId4"/>
    <p:sldLayoutId id="2147483653" r:id="rId5"/>
    <p:sldLayoutId id="2147483654" r:id="rId6"/>
    <p:sldLayoutId id="2147483655" r:id="rId7"/>
    <p:sldLayoutId id="2147483667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45A931-4CBA-0C47-75BA-BBF228B19C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sz="8800" dirty="0"/>
              <a:t>Projet CLOUD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6530E2-99FE-18A7-595C-7B53611CF4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sz="3600" dirty="0"/>
              <a:t>DOCUMENT TECHNIQUE</a:t>
            </a:r>
          </a:p>
        </p:txBody>
      </p:sp>
    </p:spTree>
    <p:extLst>
      <p:ext uri="{BB962C8B-B14F-4D97-AF65-F5344CB8AC3E}">
        <p14:creationId xmlns:p14="http://schemas.microsoft.com/office/powerpoint/2010/main" val="3245189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CF49-3242-A669-C51D-C485AABF3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88377"/>
          </a:xfrm>
        </p:spPr>
        <p:txBody>
          <a:bodyPr/>
          <a:lstStyle/>
          <a:p>
            <a:r>
              <a:rPr lang="fr-FR" dirty="0"/>
              <a:t>Membres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E19F0B-7F33-93FE-1BD1-0B1B32701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03389"/>
            <a:ext cx="8596668" cy="3880773"/>
          </a:xfrm>
        </p:spPr>
        <p:txBody>
          <a:bodyPr/>
          <a:lstStyle/>
          <a:p>
            <a:r>
              <a:rPr lang="fr-FR" dirty="0"/>
              <a:t>ETU003097 – ANDRIANIAINA </a:t>
            </a:r>
            <a:r>
              <a:rPr lang="fr-FR" dirty="0" err="1"/>
              <a:t>Diay</a:t>
            </a:r>
            <a:r>
              <a:rPr lang="fr-FR" dirty="0"/>
              <a:t> Nathan</a:t>
            </a:r>
          </a:p>
          <a:p>
            <a:r>
              <a:rPr lang="fr-FR" dirty="0"/>
              <a:t>ETU003117 – KOTONIRINA Hardy </a:t>
            </a:r>
            <a:r>
              <a:rPr lang="fr-FR"/>
              <a:t>Fleurys</a:t>
            </a:r>
            <a:endParaRPr lang="fr-FR" dirty="0"/>
          </a:p>
          <a:p>
            <a:r>
              <a:rPr lang="fr-FR" dirty="0"/>
              <a:t>ETU003150 – RAKOTOBE </a:t>
            </a:r>
            <a:r>
              <a:rPr lang="fr-FR" dirty="0" err="1"/>
              <a:t>Tojonirina</a:t>
            </a:r>
            <a:r>
              <a:rPr lang="fr-FR" dirty="0"/>
              <a:t> </a:t>
            </a:r>
            <a:r>
              <a:rPr lang="fr-FR" dirty="0" err="1"/>
              <a:t>Ravanona</a:t>
            </a:r>
            <a:endParaRPr lang="fr-FR" dirty="0"/>
          </a:p>
          <a:p>
            <a:r>
              <a:rPr lang="fr-FR" dirty="0"/>
              <a:t>ETU003166 – RAMANANKIRAHINA Tsitohaina Berthin</a:t>
            </a:r>
          </a:p>
        </p:txBody>
      </p:sp>
    </p:spTree>
    <p:extLst>
      <p:ext uri="{BB962C8B-B14F-4D97-AF65-F5344CB8AC3E}">
        <p14:creationId xmlns:p14="http://schemas.microsoft.com/office/powerpoint/2010/main" val="186073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9286AE-AEEE-235D-C068-1BB07F451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849" y="187569"/>
            <a:ext cx="8596668" cy="1320800"/>
          </a:xfrm>
        </p:spPr>
        <p:txBody>
          <a:bodyPr/>
          <a:lstStyle/>
          <a:p>
            <a:r>
              <a:rPr lang="fr-FR" dirty="0"/>
              <a:t>MLD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9CAAC4-BBC2-B590-9CC9-5A4259243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74" y="1009939"/>
            <a:ext cx="9249180" cy="5660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422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764E51-F4C1-95EC-0C17-DB8376FC5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980" y="231530"/>
            <a:ext cx="8596668" cy="1320800"/>
          </a:xfrm>
        </p:spPr>
        <p:txBody>
          <a:bodyPr>
            <a:normAutofit/>
          </a:bodyPr>
          <a:lstStyle/>
          <a:p>
            <a:r>
              <a:rPr lang="fr-FR" sz="6600" dirty="0"/>
              <a:t>MCD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860FAB5C-81A8-E303-25A4-85EB85B6ED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2785" y="1413221"/>
            <a:ext cx="8509014" cy="5084293"/>
          </a:xfrm>
        </p:spPr>
      </p:pic>
    </p:spTree>
    <p:extLst>
      <p:ext uri="{BB962C8B-B14F-4D97-AF65-F5344CB8AC3E}">
        <p14:creationId xmlns:p14="http://schemas.microsoft.com/office/powerpoint/2010/main" val="421150628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123</TotalTime>
  <Words>27</Words>
  <Application>Microsoft Office PowerPoint</Application>
  <PresentationFormat>Grand écran</PresentationFormat>
  <Paragraphs>9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Arial</vt:lpstr>
      <vt:lpstr>Trebuchet MS</vt:lpstr>
      <vt:lpstr>Wingdings 3</vt:lpstr>
      <vt:lpstr>Facette</vt:lpstr>
      <vt:lpstr>Projet CLOUD</vt:lpstr>
      <vt:lpstr>Membres</vt:lpstr>
      <vt:lpstr>MLD</vt:lpstr>
      <vt:lpstr>MCD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Tsitohaina Berthin Ramanankirahina</dc:creator>
  <cp:lastModifiedBy>Tsitohaina Berthin Ramanankirahina</cp:lastModifiedBy>
  <cp:revision>7</cp:revision>
  <dcterms:created xsi:type="dcterms:W3CDTF">2026-01-20T06:49:52Z</dcterms:created>
  <dcterms:modified xsi:type="dcterms:W3CDTF">2026-01-20T09:06:51Z</dcterms:modified>
</cp:coreProperties>
</file>